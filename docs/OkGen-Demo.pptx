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32720" y="457200"/>
            <a:ext cx="13716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kg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384048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OkGen</a:t>
            </a:r>
          </a:p>
          <a:p>
            <a:pPr algn="l">
              <a:spcAft>
                <a:spcPts val="1800"/>
              </a:spcAft>
            </a:pPr>
            <a:r>
              <a:rPr sz="3000" b="1">
                <a:solidFill>
                  <a:srgbClr val="9C1C26"/>
                </a:solidFill>
                <a:latin typeface="Segoe UI"/>
              </a:rPr>
              <a:t>Test Data Automation for OK Files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9B9B9B"/>
                </a:solidFill>
                <a:latin typeface="Segoe UI"/>
              </a:rPr>
              <a:t>Raw OK files → prepared, generated, renamed, and dispatched to NiceLabel — end-to-end, in one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9B9B9B"/>
                </a:solidFill>
                <a:latin typeface="Segoe UI"/>
              </a:rPr>
              <a:t>Local &amp; offline on Windows  ·  Team-owned config  ·  Built for label test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9C1C26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600"/>
              </a:spcAft>
            </a:pPr>
            <a:r>
              <a:rPr sz="2200" b="0">
                <a:solidFill>
                  <a:srgbClr val="ECECEC"/>
                </a:solidFill>
                <a:latin typeface="Segoe UI"/>
              </a:rPr>
              <a:t>•  Label test data lives in fixed-width “OK files” — every field at an exact character position.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CECEC"/>
                </a:solidFill>
                <a:latin typeface="Segoe UI"/>
              </a:rPr>
              <a:t>•  Editing means counting characters by hand, across hundreds of files. Error-prone and slow.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CECEC"/>
                </a:solidFill>
                <a:latin typeface="Segoe UI"/>
              </a:rPr>
              <a:t>•  Even when the data is right, it still has to reach NiceLabel’s incoming hot folder — manually.</a:t>
            </a:r>
          </a:p>
          <a:p>
            <a:pPr algn="l">
              <a:spcAft>
                <a:spcPts val="1600"/>
              </a:spcAft>
            </a:pPr>
            <a:r>
              <a:rPr sz="2200" b="0">
                <a:solidFill>
                  <a:srgbClr val="ECECEC"/>
                </a:solidFill>
                <a:latin typeface="Segoe UI"/>
              </a:rPr>
              <a:t>•  One wrong position, or one file in the wrong folder, and the print run is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EC9B0"/>
                </a:solidFill>
                <a:latin typeface="Segoe UI"/>
              </a:rPr>
              <a:t>OkGen turns hours of meticulous prep into minutes — and the last mile into one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9C1C26"/>
                </a:solidFill>
                <a:latin typeface="Segoe UI"/>
              </a:rPr>
              <a:t>What it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728" cy="1051560"/>
          </a:xfrm>
          <a:prstGeom prst="rect">
            <a:avLst/>
          </a:prstGeom>
          <a:solidFill>
            <a:srgbClr val="9C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🧩  Layout-aware editor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B9B9B"/>
                </a:solidFill>
                <a:latin typeface="Segoe UI"/>
              </a:rPr>
              <a:t>Auto-detects the layout; shows labeled fields with dropdowns for coded values; the program owns positions &amp; widths — byte-exact, can’t break the format.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61488"/>
            <a:ext cx="109728" cy="1051560"/>
          </a:xfrm>
          <a:prstGeom prst="rect">
            <a:avLst/>
          </a:prstGeom>
          <a:solidFill>
            <a:srgbClr val="9C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⚙️  Bulk at scale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B9B9B"/>
                </a:solidFill>
                <a:latin typeface="Segoe UI"/>
              </a:rPr>
              <a:t>Edit a field, add/trim records, or generate unique &amp; random values across hundreds of files — with a dry-run preview and automatic .bak backups.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968496"/>
            <a:ext cx="109728" cy="1051560"/>
          </a:xfrm>
          <a:prstGeom prst="rect">
            <a:avLst/>
          </a:prstGeom>
          <a:solidFill>
            <a:srgbClr val="9C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68496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⚠️  Auto-uniqueness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B9B9B"/>
                </a:solidFill>
                <a:latin typeface="Segoe UI"/>
              </a:rPr>
              <a:t>Flags duplicate key values and fixes them; keeps unique keys unique automatically on copy.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75504"/>
            <a:ext cx="109728" cy="1051560"/>
          </a:xfrm>
          <a:prstGeom prst="rect">
            <a:avLst/>
          </a:prstGeom>
          <a:solidFill>
            <a:srgbClr val="9C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75504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🏷️  Bulk rename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9B9B9B"/>
                </a:solidFill>
                <a:latin typeface="Segoe UI"/>
              </a:rPr>
              <a:t>Config-driven presets build consistent names from tokens (chain, layout, key, custom text) in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9C1C26"/>
                </a:solidFill>
                <a:latin typeface="Segoe UI"/>
              </a:rPr>
              <a:t>The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743200"/>
            <a:ext cx="1920240" cy="1371600"/>
          </a:xfrm>
          <a:prstGeom prst="roundRect">
            <a:avLst/>
          </a:prstGeom>
          <a:solidFill>
            <a:srgbClr val="252526"/>
          </a:solidFill>
          <a:ln>
            <a:solidFill>
              <a:srgbClr val="9C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CECEC"/>
                </a:solidFill>
              </a:rPr>
              <a:t>Open
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78608" y="3154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9C1C26"/>
                </a:solidFill>
                <a:latin typeface="Segoe U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743200"/>
            <a:ext cx="1920240" cy="1371600"/>
          </a:xfrm>
          <a:prstGeom prst="roundRect">
            <a:avLst/>
          </a:prstGeom>
          <a:solidFill>
            <a:srgbClr val="252526"/>
          </a:solidFill>
          <a:ln>
            <a:solidFill>
              <a:srgbClr val="9C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CECEC"/>
                </a:solidFill>
              </a:rPr>
              <a:t>Edit
safely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0327" y="3154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9C1C26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1920240" cy="1371600"/>
          </a:xfrm>
          <a:prstGeom prst="roundRect">
            <a:avLst/>
          </a:prstGeom>
          <a:solidFill>
            <a:srgbClr val="252526"/>
          </a:solidFill>
          <a:ln>
            <a:solidFill>
              <a:srgbClr val="9C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CECEC"/>
                </a:solidFill>
              </a:rPr>
              <a:t>Bulk-
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2048" y="3154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9C1C26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43200"/>
            <a:ext cx="1920240" cy="1371600"/>
          </a:xfrm>
          <a:prstGeom prst="roundRect">
            <a:avLst/>
          </a:prstGeom>
          <a:solidFill>
            <a:srgbClr val="252526"/>
          </a:solidFill>
          <a:ln>
            <a:solidFill>
              <a:srgbClr val="9C1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CECEC"/>
                </a:solidFill>
              </a:rPr>
              <a:t>Rename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73768" y="31546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9C1C26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2743200"/>
            <a:ext cx="1920240" cy="1371600"/>
          </a:xfrm>
          <a:prstGeom prst="roundRect">
            <a:avLst/>
          </a:prstGeom>
          <a:solidFill>
            <a:srgbClr val="4EC9B0"/>
          </a:solidFill>
          <a:ln>
            <a:solidFill>
              <a:srgbClr val="4E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02A24"/>
                </a:solidFill>
              </a:rPr>
              <a:t>✅ Send to
NiceLabel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9B9B9B"/>
                </a:solidFill>
                <a:latin typeface="Segoe UI"/>
              </a:rPr>
              <a:t>One tool, end-to-end — from raw test data to the printer queue.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>
                <a:solidFill>
                  <a:srgbClr val="4EC9B0"/>
                </a:solidFill>
                <a:latin typeface="Segoe UI"/>
              </a:rPr>
              <a:t>⭐  One-Click Send to NiceLabel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800"/>
              </a:spcAft>
            </a:pPr>
            <a:r>
              <a:rPr sz="2300" b="0">
                <a:solidFill>
                  <a:srgbClr val="ECECEC"/>
                </a:solidFill>
                <a:latin typeface="Segoe UI"/>
              </a:rPr>
              <a:t>•  Select files → right-click → Send to NiceLabel → ✓ done.</a:t>
            </a:r>
          </a:p>
          <a:p>
            <a:pPr algn="l">
              <a:spcAft>
                <a:spcPts val="1800"/>
              </a:spcAft>
            </a:pPr>
            <a:r>
              <a:rPr sz="2300" b="0">
                <a:solidFill>
                  <a:srgbClr val="ECECEC"/>
                </a:solidFill>
                <a:latin typeface="Segoe UI"/>
              </a:rPr>
              <a:t>•  Straight to the incoming hot folder — no navigating to D:\NiceLabel\…\Incoming.</a:t>
            </a:r>
          </a:p>
          <a:p>
            <a:pPr algn="l">
              <a:spcAft>
                <a:spcPts val="1800"/>
              </a:spcAft>
            </a:pPr>
            <a:r>
              <a:rPr sz="2300" b="0">
                <a:solidFill>
                  <a:srgbClr val="ECECEC"/>
                </a:solidFill>
                <a:latin typeface="Segoe UI"/>
              </a:rPr>
              <a:t>•  Destination is config-controlled and server-validated — no wrong-folder mistakes.</a:t>
            </a:r>
          </a:p>
          <a:p>
            <a:pPr algn="l">
              <a:spcAft>
                <a:spcPts val="1800"/>
              </a:spcAft>
            </a:pPr>
            <a:r>
              <a:rPr sz="2300" b="0">
                <a:solidFill>
                  <a:srgbClr val="ECECEC"/>
                </a:solidFill>
                <a:latin typeface="Segoe UI"/>
              </a:rPr>
              <a:t>•  Clear, can’t-miss feedback — critical on network drives.</a:t>
            </a:r>
          </a:p>
          <a:p>
            <a:pPr algn="l">
              <a:spcAft>
                <a:spcPts val="1800"/>
              </a:spcAft>
            </a:pPr>
            <a:r>
              <a:rPr sz="2300" b="0">
                <a:solidFill>
                  <a:srgbClr val="ECECEC"/>
                </a:solidFill>
                <a:latin typeface="Segoe UI"/>
              </a:rPr>
              <a:t>•  Raw test data → printer queue, in one click.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4EC9B0"/>
                </a:solidFill>
                <a:latin typeface="Segoe UI"/>
              </a:rPr>
              <a:t>This is what makes it automation — not a file editor.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9C1C26"/>
                </a:solidFill>
                <a:latin typeface="Segoe UI"/>
              </a:rPr>
              <a:t>5-minute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800">
                <a:solidFill>
                  <a:srgbClr val="9C1C26"/>
                </a:solidFill>
                <a:latin typeface="Segoe UI"/>
              </a:rPr>
              <a:t>0:00   </a:t>
            </a:r>
            <a:r>
              <a:rPr sz="1700">
                <a:solidFill>
                  <a:srgbClr val="ECECEC"/>
                </a:solidFill>
                <a:latin typeface="Segoe UI"/>
              </a:rPr>
              <a:t>Hook — “hundreds of files, then into NiceLabel; the last step is one click.”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9C1C26"/>
                </a:solidFill>
                <a:latin typeface="Segoe UI"/>
              </a:rPr>
              <a:t>0:30   </a:t>
            </a:r>
            <a:r>
              <a:rPr sz="1700">
                <a:solidFill>
                  <a:srgbClr val="ECECEC"/>
                </a:solidFill>
                <a:latin typeface="Segoe UI"/>
              </a:rPr>
              <a:t>Open folder → tree of .OK files iconized by chain → open a file: labeled fields, key highlighted.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9C1C26"/>
                </a:solidFill>
                <a:latin typeface="Segoe UI"/>
              </a:rPr>
              <a:t>1:30   </a:t>
            </a:r>
            <a:r>
              <a:rPr sz="1700">
                <a:solidFill>
                  <a:srgbClr val="ECECEC"/>
                </a:solidFill>
                <a:latin typeface="Segoe UI"/>
              </a:rPr>
              <a:t>Multi-select → Bulk Edit (preview → apply); Set unique / random values; Make keys unique (⚠ clears).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9C1C26"/>
                </a:solidFill>
                <a:latin typeface="Segoe UI"/>
              </a:rPr>
              <a:t>3:00   </a:t>
            </a:r>
            <a:r>
              <a:rPr sz="1700">
                <a:solidFill>
                  <a:srgbClr val="ECECEC"/>
                </a:solidFill>
                <a:latin typeface="Segoe UI"/>
              </a:rPr>
              <a:t>Right-click → Bulk Rename → pick a preset → live preview → apply.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9C1C26"/>
                </a:solidFill>
                <a:latin typeface="Segoe UI"/>
              </a:rPr>
              <a:t>4:00   </a:t>
            </a:r>
            <a:r>
              <a:rPr sz="1700">
                <a:solidFill>
                  <a:srgbClr val="ECECEC"/>
                </a:solidFill>
                <a:latin typeface="Segoe UI"/>
              </a:rPr>
              <a:t>⭐ Select → Send to NiceLabel → confirm → animation → ✓ Sent. Land the one-click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1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OkGen — Test Data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rPr sz="2200" b="1">
                <a:solidFill>
                  <a:srgbClr val="4EC9B0"/>
                </a:solidFill>
                <a:latin typeface="Segoe UI"/>
              </a:rPr>
              <a:t>Open ▸ Edit safely ▸ Bulk-generate ▸ Rename ▸ ✅ Send to NiceLabel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9B9B9B"/>
                </a:solidFill>
                <a:latin typeface="Segoe UI"/>
              </a:rPr>
              <a:t>Local &amp; offline on Windows  ·  Byte-exact &amp; backed up  ·  Team-owned config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ECECEC"/>
                </a:solidFill>
                <a:latin typeface="Segoe UI"/>
              </a:rPr>
              <a:t>It doesn’t just edit your label data — it generates it at scale and feeds your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